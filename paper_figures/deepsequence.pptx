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_changepoint_monot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194" y="137160"/>
            <a:ext cx="10797612" cy="6583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_hierarchical_attention_intern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192" y="137160"/>
            <a:ext cx="10407616" cy="6583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epsequence_shared_from_ppt_adjusted_v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240" y="137160"/>
            <a:ext cx="9875520" cy="6583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