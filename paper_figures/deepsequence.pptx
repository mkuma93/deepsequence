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352"/>
    <p:restoredTop sz="94631"/>
  </p:normalViewPr>
  <p:slideViewPr>
    <p:cSldViewPr snapToGrid="0" snapToObjects="1">
      <p:cViewPr varScale="1">
        <p:scale>
          <a:sx n="85" d="100"/>
          <a:sy n="85" d="100"/>
        </p:scale>
        <p:origin x="208" y="9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ig_changepoint_monot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194" y="137160"/>
            <a:ext cx="10797612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ig_hierarchical_attention_intern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192" y="137160"/>
            <a:ext cx="10407616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68EF2950-565E-DCFE-3D0D-97F40D5F5D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177800"/>
            <a:ext cx="9753600" cy="65024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44262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0</Words>
  <Application>Microsoft Macintosh PowerPoint</Application>
  <PresentationFormat>Widescreen</PresentationFormat>
  <Paragraphs>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Mritunjay Kumar</cp:lastModifiedBy>
  <cp:revision>4</cp:revision>
  <dcterms:created xsi:type="dcterms:W3CDTF">2013-01-27T09:14:16Z</dcterms:created>
  <dcterms:modified xsi:type="dcterms:W3CDTF">2026-08-01T10:02:13Z</dcterms:modified>
  <cp:category/>
</cp:coreProperties>
</file>