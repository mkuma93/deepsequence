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2"/>
    <p:restoredTop sz="94631"/>
  </p:normalViewPr>
  <p:slideViewPr>
    <p:cSldViewPr snapToGrid="0" snapToObjects="1">
      <p:cViewPr varScale="1">
        <p:scale>
          <a:sx n="85" d="100"/>
          <a:sy n="85" d="100"/>
        </p:scale>
        <p:origin x="208" y="9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_changepoint_mono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94" y="137160"/>
            <a:ext cx="10797612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_hierarchical_attention_inter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92" y="137160"/>
            <a:ext cx="10407616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4D6E10-68F3-9AEC-6D11-15E432ED7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77800"/>
            <a:ext cx="9753600" cy="650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426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Mritunjay Kumar</cp:lastModifiedBy>
  <cp:revision>2</cp:revision>
  <dcterms:created xsi:type="dcterms:W3CDTF">2013-01-27T09:14:16Z</dcterms:created>
  <dcterms:modified xsi:type="dcterms:W3CDTF">2026-08-01T09:36:54Z</dcterms:modified>
  <cp:category/>
</cp:coreProperties>
</file>